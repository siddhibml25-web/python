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95" r:id="rId2"/>
    <p:sldId id="374" r:id="rId3"/>
    <p:sldId id="375" r:id="rId4"/>
    <p:sldId id="376" r:id="rId5"/>
    <p:sldId id="377" r:id="rId6"/>
    <p:sldId id="373" r:id="rId7"/>
    <p:sldId id="378" r:id="rId8"/>
    <p:sldId id="379" r:id="rId9"/>
    <p:sldId id="380" r:id="rId10"/>
    <p:sldId id="372" r:id="rId1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Q" initials="L" lastIdx="1" clrIdx="0">
    <p:extLst>
      <p:ext uri="{19B8F6BF-5375-455C-9EA6-DF929625EA0E}">
        <p15:presenceInfo xmlns:p15="http://schemas.microsoft.com/office/powerpoint/2012/main" userId="LOQ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20" autoAdjust="0"/>
  </p:normalViewPr>
  <p:slideViewPr>
    <p:cSldViewPr>
      <p:cViewPr varScale="1">
        <p:scale>
          <a:sx n="79" d="100"/>
          <a:sy n="79" d="100"/>
        </p:scale>
        <p:origin x="157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5C1C8-45B6-47AD-A260-D6675145E3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45C92-C1F7-4030-B515-3A52A433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2848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F1233-0ABC-4AAE-AB53-D76AF6A9EC98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FAE99-2354-43A9-B741-C174AEC3E5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5976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FAE99-2354-43A9-B741-C174AEC3E58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S. B. Jain Institute of Technology Management and research</a:t>
            </a:r>
          </a:p>
        </p:txBody>
      </p:sp>
    </p:spTree>
    <p:extLst>
      <p:ext uri="{BB962C8B-B14F-4D97-AF65-F5344CB8AC3E}">
        <p14:creationId xmlns:p14="http://schemas.microsoft.com/office/powerpoint/2010/main" val="1849671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FAE99-2354-43A9-B741-C174AEC3E58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56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5C42F-1CBF-4C6A-B882-9D2111338B27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91B3E-447D-4E1C-8947-BD55B1F89A0A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ED53B-E317-4FB2-8A8D-871B2784CE10}" type="datetime1">
              <a:rPr lang="en-US" smtClean="0"/>
              <a:t>8/18/2026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43EB6-EEF9-4730-B39F-C1E9EC0E237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D6A69-E8A8-4719-9000-213BF16B839B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50" y="0"/>
                </a:moveTo>
                <a:lnTo>
                  <a:pt x="0" y="0"/>
                </a:lnTo>
                <a:lnTo>
                  <a:pt x="0" y="309880"/>
                </a:lnTo>
                <a:lnTo>
                  <a:pt x="8832850" y="309880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90" y="6546850"/>
                </a:moveTo>
                <a:lnTo>
                  <a:pt x="0" y="6546850"/>
                </a:lnTo>
                <a:lnTo>
                  <a:pt x="0" y="0"/>
                </a:lnTo>
                <a:lnTo>
                  <a:pt x="8832850" y="0"/>
                </a:lnTo>
                <a:lnTo>
                  <a:pt x="8832850" y="6546850"/>
                </a:lnTo>
                <a:lnTo>
                  <a:pt x="4415790" y="6546850"/>
                </a:lnTo>
                <a:close/>
              </a:path>
            </a:pathLst>
          </a:custGeom>
          <a:ln w="9344">
            <a:solidFill>
              <a:srgbClr val="7A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7471409" cy="381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300D4-36A4-4C00-9038-1A5D5B872909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305800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Experiential Learning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Project Assessment-I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3200" dirty="0"/>
              <a:t>Simple Password Generator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course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 (N-PCCCM304P)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685800" y="3295692"/>
            <a:ext cx="2743200" cy="150490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Siddhi Bamnote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[CM25053]                        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3"/>
          <p:cNvSpPr/>
          <p:nvPr/>
        </p:nvSpPr>
        <p:spPr>
          <a:xfrm>
            <a:off x="5305425" y="3277000"/>
            <a:ext cx="3409950" cy="122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Suchita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Meshkar</a:t>
            </a:r>
            <a:endParaRPr lang="en-I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stomShape 5"/>
          <p:cNvSpPr/>
          <p:nvPr/>
        </p:nvSpPr>
        <p:spPr>
          <a:xfrm>
            <a:off x="1447800" y="4648200"/>
            <a:ext cx="6629040" cy="397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Session:2026-27 (ODD )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CSE(AI&amp;ML)</a:t>
            </a:r>
          </a:p>
          <a:p>
            <a:pPr>
              <a:lnSpc>
                <a:spcPct val="100000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stomShape 4"/>
          <p:cNvSpPr/>
          <p:nvPr/>
        </p:nvSpPr>
        <p:spPr>
          <a:xfrm>
            <a:off x="457200" y="5334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3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     </a:t>
            </a: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ea typeface="DejaVu Sans"/>
                <a:cs typeface="Times New Roman" pitchFamily="18" charset="0"/>
              </a:rPr>
              <a:t>S. B. JAIN INSTITUTE OF TECHNOLOGY MANAGEMENT AND RESEARCH,NAGPUR</a:t>
            </a:r>
          </a:p>
          <a:p>
            <a:pPr algn="ctr">
              <a:lnSpc>
                <a:spcPct val="93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 Autonomous Institute, Affiliated to RTMNU, Nagpur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PROJECT LAB\Desktop\College 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38575" y="3286617"/>
            <a:ext cx="1466850" cy="1066801"/>
          </a:xfrm>
          <a:prstGeom prst="rect">
            <a:avLst/>
          </a:prstGeom>
          <a:noFill/>
        </p:spPr>
      </p:pic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>
          <a:xfrm>
            <a:off x="3352800" y="6477000"/>
            <a:ext cx="5637530" cy="215444"/>
          </a:xfrm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1400" b="1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4BAB-5BA1-CFF1-888A-00EB381D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56E2-805C-50A3-7FD5-A1AA3FAD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533400"/>
            <a:ext cx="7802880" cy="738664"/>
          </a:xfrm>
        </p:spPr>
        <p:txBody>
          <a:bodyPr/>
          <a:lstStyle/>
          <a:p>
            <a:r>
              <a:rPr lang="en-US" b="1" u="sng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3B38D-C3A3-1E45-97CA-375FB3F36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505" y="1371600"/>
            <a:ext cx="7471409" cy="2492990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People often use weak passwords like their names or 123456.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Weak passwords are very easy for hackers to guess.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hard for users to create strong, random passwords by themselves.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a simple Python program to make safe passwords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9BE6D-C41B-A4B2-9041-18E0C65235F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12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575C-6BD6-7BCE-8917-E5B0FB0B7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AC6C-F3DD-688F-7001-D7DDAFADC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685800"/>
            <a:ext cx="7802880" cy="369332"/>
          </a:xfrm>
        </p:spPr>
        <p:txBody>
          <a:bodyPr/>
          <a:lstStyle/>
          <a:p>
            <a:r>
              <a:rPr lang="en-US" dirty="0"/>
              <a:t>  </a:t>
            </a:r>
            <a:r>
              <a:rPr lang="en-US" b="1" u="sng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32033-8BC6-6E98-4874-C47546909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752600"/>
            <a:ext cx="7471409" cy="30469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build a simple tool that creates strong and random passwords.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let the user choose how long the password should be.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let the user pick capital letters, small letters, numbers, and symbols.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make sure at least one character from each choice is included.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show if the generated password is Weak, Medium, or Strong.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19456-9B61-EBDA-E596-862E207E7AA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05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5FFF-D19A-3FF8-5DD9-48672D16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021E-3D25-1996-821D-911CE214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63" y="573661"/>
            <a:ext cx="7802880" cy="369332"/>
          </a:xfrm>
        </p:spPr>
        <p:txBody>
          <a:bodyPr/>
          <a:lstStyle/>
          <a:p>
            <a:r>
              <a:rPr lang="en-US" u="sng" dirty="0"/>
              <a:t>  </a:t>
            </a:r>
            <a:r>
              <a:rPr lang="en-US" b="1" u="sng" dirty="0"/>
              <a:t>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F9636-CD36-82B3-BCB4-75F5DA074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363" y="1113693"/>
            <a:ext cx="7471409" cy="4708981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the program.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the user for the password length.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the user to choose uppercase, lowercase, numbers, and symbols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Mix all chosen character types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Pick random characters until the full length is ready.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Shuffle the characters so the order is random.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 the password and its strength rating.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Stop the program.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41C27-3575-FD8A-8FE0-64AC69EA39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7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0010-0200-2C17-F61E-32E0CEA2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C2AF-BA95-D7FC-9C10-A858C41C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   </a:t>
            </a:r>
            <a:r>
              <a:rPr lang="en-US" b="1" u="sng" dirty="0"/>
              <a:t>Flowchart/pseudocode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2496E-C4FA-A60F-F95F-C7CC08A0BBF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E9A56-5D1F-5884-C7BD-D1EE8C580B06}"/>
              </a:ext>
            </a:extLst>
          </p:cNvPr>
          <p:cNvSpPr/>
          <p:nvPr/>
        </p:nvSpPr>
        <p:spPr>
          <a:xfrm>
            <a:off x="1075689" y="841443"/>
            <a:ext cx="6772910" cy="2966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E140CD75-4D57-1A01-DF63-489C6A85EDC1}"/>
              </a:ext>
            </a:extLst>
          </p:cNvPr>
          <p:cNvSpPr/>
          <p:nvPr/>
        </p:nvSpPr>
        <p:spPr>
          <a:xfrm>
            <a:off x="3886200" y="1058889"/>
            <a:ext cx="1100456" cy="321126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C70E75-6AFF-D8D1-3FE0-63521A5E9DAF}"/>
              </a:ext>
            </a:extLst>
          </p:cNvPr>
          <p:cNvSpPr/>
          <p:nvPr/>
        </p:nvSpPr>
        <p:spPr>
          <a:xfrm>
            <a:off x="2887284" y="1607189"/>
            <a:ext cx="30861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1. User Enters Password Length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656C3E-A724-ECCC-6DD7-65F1D50ED06F}"/>
              </a:ext>
            </a:extLst>
          </p:cNvPr>
          <p:cNvSpPr/>
          <p:nvPr/>
        </p:nvSpPr>
        <p:spPr>
          <a:xfrm>
            <a:off x="2408016" y="2231802"/>
            <a:ext cx="4056824" cy="5152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2. User Selects Letter/Number/Symbol Types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CBC0F1-367B-D8FF-BF33-2D41419F7CCD}"/>
              </a:ext>
            </a:extLst>
          </p:cNvPr>
          <p:cNvSpPr/>
          <p:nvPr/>
        </p:nvSpPr>
        <p:spPr>
          <a:xfrm>
            <a:off x="2665161" y="3001746"/>
            <a:ext cx="3524251" cy="289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3. Mix Chosen Character Groups Together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BD62F-A7BE-8D69-36CD-E77069A2CA19}"/>
              </a:ext>
            </a:extLst>
          </p:cNvPr>
          <p:cNvSpPr/>
          <p:nvPr/>
        </p:nvSpPr>
        <p:spPr>
          <a:xfrm>
            <a:off x="2408016" y="3586268"/>
            <a:ext cx="4056824" cy="4360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4. Pick Characters Randomly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87DC4D-E21E-A468-F297-BB303977B65B}"/>
              </a:ext>
            </a:extLst>
          </p:cNvPr>
          <p:cNvSpPr/>
          <p:nvPr/>
        </p:nvSpPr>
        <p:spPr>
          <a:xfrm>
            <a:off x="2893378" y="4288712"/>
            <a:ext cx="3086100" cy="3594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5. Shuffle Everything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BAB616-5FA7-3B23-9D78-48D941A74865}"/>
              </a:ext>
            </a:extLst>
          </p:cNvPr>
          <p:cNvSpPr/>
          <p:nvPr/>
        </p:nvSpPr>
        <p:spPr>
          <a:xfrm>
            <a:off x="3923099" y="5517823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4D5137-32AF-5D62-ACED-35DD8DC9C3A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4430334" y="1380015"/>
            <a:ext cx="6094" cy="2271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0B5276-DF7B-6E81-BB0B-8D848EDE11D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424240" y="1988189"/>
            <a:ext cx="6094" cy="204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44D82E-F361-8EA9-39F1-B3A52EF3EC09}"/>
              </a:ext>
            </a:extLst>
          </p:cNvPr>
          <p:cNvCxnSpPr>
            <a:cxnSpLocks/>
          </p:cNvCxnSpPr>
          <p:nvPr/>
        </p:nvCxnSpPr>
        <p:spPr>
          <a:xfrm>
            <a:off x="4417979" y="3319903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3CF781-7734-FE0A-1B2F-85B237808ABD}"/>
              </a:ext>
            </a:extLst>
          </p:cNvPr>
          <p:cNvCxnSpPr>
            <a:cxnSpLocks/>
          </p:cNvCxnSpPr>
          <p:nvPr/>
        </p:nvCxnSpPr>
        <p:spPr>
          <a:xfrm>
            <a:off x="4447162" y="4022347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9E7498-9C4F-8AB0-6921-FDC2F36BE8F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430334" y="4648200"/>
            <a:ext cx="6094" cy="279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FB7FAD-DB57-A092-1881-06B668EABD50}"/>
              </a:ext>
            </a:extLst>
          </p:cNvPr>
          <p:cNvCxnSpPr>
            <a:cxnSpLocks/>
          </p:cNvCxnSpPr>
          <p:nvPr/>
        </p:nvCxnSpPr>
        <p:spPr>
          <a:xfrm>
            <a:off x="4410074" y="2747072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5B526B3-C00D-92F2-32D2-5A7FAFF79F44}"/>
              </a:ext>
            </a:extLst>
          </p:cNvPr>
          <p:cNvSpPr/>
          <p:nvPr/>
        </p:nvSpPr>
        <p:spPr>
          <a:xfrm>
            <a:off x="3147179" y="4924506"/>
            <a:ext cx="2665374" cy="3047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6. Show Password and Strength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92DB1E0-FF97-35E7-458E-BAF36A4BC8F1}"/>
              </a:ext>
            </a:extLst>
          </p:cNvPr>
          <p:cNvCxnSpPr>
            <a:cxnSpLocks/>
            <a:stCxn id="38" idx="2"/>
            <a:endCxn id="14" idx="0"/>
          </p:cNvCxnSpPr>
          <p:nvPr/>
        </p:nvCxnSpPr>
        <p:spPr>
          <a:xfrm flipH="1">
            <a:off x="4456499" y="5229305"/>
            <a:ext cx="23367" cy="288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99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29" y="457200"/>
            <a:ext cx="7802880" cy="36933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u="sng" dirty="0"/>
              <a:t>Understanding of Python logic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D5F1B1-F025-4189-06F7-4FE51FDE6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71600"/>
            <a:ext cx="6892319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7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C2E5A-693D-7A9F-305F-37709C74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877A-8023-E924-763E-C23E1809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29" y="476205"/>
            <a:ext cx="7802880" cy="369332"/>
          </a:xfrm>
        </p:spPr>
        <p:txBody>
          <a:bodyPr/>
          <a:lstStyle/>
          <a:p>
            <a:r>
              <a:rPr lang="en-US" b="1" u="sng" dirty="0"/>
              <a:t>How it works &amp; 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7E5FD-D627-BAEA-C3CA-9934E9B1D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59" y="1219200"/>
            <a:ext cx="7471409" cy="443198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Simple Flow:</a:t>
            </a:r>
          </a:p>
          <a:p>
            <a:endParaRPr lang="en-US" dirty="0"/>
          </a:p>
          <a:p>
            <a:r>
              <a:rPr lang="en-US" dirty="0"/>
              <a:t>User Options  </a:t>
            </a:r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dirty="0"/>
              <a:t>Combine Letters &amp; Numbers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 Pick Randomly  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/>
              <a:t>Safe Password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How it Works: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User Choice:</a:t>
            </a:r>
            <a:r>
              <a:rPr lang="en-US" dirty="0"/>
              <a:t> User picks length and what characters to add.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Random Pick:</a:t>
            </a:r>
            <a:r>
              <a:rPr lang="en-US" dirty="0"/>
              <a:t> Uses Python's secure secrets tool to pick random items.</a:t>
            </a:r>
            <a:r>
              <a:rPr lang="en-US" b="1" dirty="0"/>
              <a:t>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Strength Check:</a:t>
            </a:r>
            <a:r>
              <a:rPr lang="en-US" dirty="0"/>
              <a:t> Checks if password is long and has mixed characters.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Benefits: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Makes passwords impossible to guess.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Keeps online accounts safe from hackers.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C8675-034C-1AF4-B302-5183FBE67A1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7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ABF0-7022-B6D0-A4F3-677A7790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C769-38B8-B22F-2B5F-728031AC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GitHub Details &amp; My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B765-7FB0-10A6-8DD7-942B3A817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480185"/>
            <a:ext cx="7471409" cy="2492990"/>
          </a:xfrm>
        </p:spPr>
        <p:txBody>
          <a:bodyPr/>
          <a:lstStyle/>
          <a:p>
            <a:r>
              <a:rPr lang="en-US" b="1" dirty="0"/>
              <a:t>Repository Name : </a:t>
            </a:r>
            <a:r>
              <a:rPr lang="en-US" dirty="0"/>
              <a:t>Python-simple-password-generator </a:t>
            </a:r>
          </a:p>
          <a:p>
            <a:endParaRPr lang="en-US" dirty="0"/>
          </a:p>
          <a:p>
            <a:r>
              <a:rPr lang="en-US" b="1" dirty="0"/>
              <a:t>My Contribution: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Understood the security needs and designed the simple algorithm.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Wrote the Python code using secrets and string.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safety checks and password strength test.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the GitHub repo and made this presentation.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9F88D-625D-0D5D-26EF-200280B3042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3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6B0F-53FA-62AD-C2EC-E712AEBE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0AAB-CC70-FBFA-4C02-C86E401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57200"/>
            <a:ext cx="7802880" cy="369332"/>
          </a:xfrm>
        </p:spPr>
        <p:txBody>
          <a:bodyPr/>
          <a:lstStyle/>
          <a:p>
            <a:r>
              <a:rPr lang="en-US" b="1" u="sng" dirty="0"/>
              <a:t>Result / Expected Output</a:t>
            </a:r>
            <a:endParaRPr lang="en-US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E4F9B-E5B0-17DE-01BF-057FCC5429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93462-F7C4-C9A3-F788-091F5FB63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4" y="1371600"/>
            <a:ext cx="6203224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31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IN" sz="4800" b="1" dirty="0">
                <a:solidFill>
                  <a:srgbClr val="0000FF"/>
                </a:solidFill>
                <a:latin typeface="Arial"/>
              </a:rPr>
              <a:t>Thank You</a:t>
            </a:r>
            <a:endParaRPr/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/>
          </a:p>
        </p:txBody>
      </p:sp>
      <p:sp>
        <p:nvSpPr>
          <p:cNvPr id="3" name="TextShape 3"/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1266</TotalTime>
  <Words>572</Words>
  <Application>Microsoft Office PowerPoint</Application>
  <PresentationFormat>On-screen Show (4:3)</PresentationFormat>
  <Paragraphs>97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Times New Roman</vt:lpstr>
      <vt:lpstr>Wingdings</vt:lpstr>
      <vt:lpstr>Office Theme</vt:lpstr>
      <vt:lpstr>Experiential Learning Project Assessment-I on “Simple Password Generator” under the course Python Programming Language (N-PCCCM304P) </vt:lpstr>
      <vt:lpstr>Problem statement </vt:lpstr>
      <vt:lpstr>  Objectives</vt:lpstr>
      <vt:lpstr>  Algorithm</vt:lpstr>
      <vt:lpstr>   Flowchart/pseudocode</vt:lpstr>
      <vt:lpstr> Understanding of Python logic</vt:lpstr>
      <vt:lpstr>How it works &amp; benefits</vt:lpstr>
      <vt:lpstr>GitHub Details &amp; My Contribution</vt:lpstr>
      <vt:lpstr>Result / Expected Output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MRS. MAYURI GETME</dc:creator>
  <cp:lastModifiedBy>LOQ</cp:lastModifiedBy>
  <cp:revision>213</cp:revision>
  <dcterms:created xsi:type="dcterms:W3CDTF">2021-03-08T15:20:31Z</dcterms:created>
  <dcterms:modified xsi:type="dcterms:W3CDTF">2026-08-18T17:42:32Z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2017-11-07T00:00:00Z</vt:filetime>
  </property>
  <property fmtid="{D5CDD505-2E9C-101B-9397-08002B2CF9AE}" pid="3" name="Creator">
    <vt:lpwstr>Impress</vt:lpwstr>
  </property>
  <property fmtid="{D5CDD505-2E9C-101B-9397-08002B2CF9AE}" pid="4" name="LastSaved">
    <vt:filetime>2021-03-08T00:00:00Z</vt:filetime>
  </property>
</Properties>
</file>